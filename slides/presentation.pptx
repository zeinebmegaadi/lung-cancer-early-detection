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single takeaway. This is a review of one supplied file, not a population study. State that no model was fitted and that the checksum mismatch is explicitly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reference criteria and immediately contrast them with the available fields. This is context for limitations, not an assessment of any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that the project is descriptive and integrity-focused. The five research questions are fully listed in the report; summarize the paired questions here rather than reading them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mismatch plainly. The user approved continuing with this current snapshot under an explicit override; the expected checksum was not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speculate about where the file came from or what the label means. Point to the data card and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1: describe row index, rolling positive-label share, and the boundary. Figure 2: compare YES shares across leading negatives, later negatives, and later positives. Both are descriptive; neither establishes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duplicate-multiplicity distribution and conflicting-pattern counts. Explain why duplicate policies are sensitivity analyses. The ID-only AUC is an integrity statistic; patient_id remains excluded from feature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5 shows retained row counts and recorded-label-1 rates for views A through D. Explain that these are sensitivity policies, not a known ground-truth repair.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3: describe the feature-pair axes, correlation colour, and clipped range. Figure 4: compare AGE across the leading block, later negatives, and later positives, and show the label-wise and AGE_BAND summaries. These are descriptive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pre-specified tests and distinguish p-values, effect sizes, and adjusted q-values. The analysis does not test causal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Figure 7: describe view, smoking odds ratio, 95% intervals, and the OR=1 reference. Then use Figure 6 to show the feature-level Cramer's V comparison from A to D. These are associations in this file, not population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three sets and the rationale for retaining F2 as a candidate. State that univariate screening did not select features and no model was fitted.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central question directly. Explain that small effects after structural cleaning are about this file only and do not negate external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future tense for all uncompleted work. Do not claim that external validation, model training, USB backup, or rehearsal has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sensitivity values. Keep interpretation descriptive and point to the integrity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multiple-testing family summary. The H4 tests are descriptive, not evidence of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this is a planning calculation under assumptions, not evidence that a smaller association is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optional experiment is intentionally not run under the governing no-model-training constraint. Do not quote an unmeasured raw or cleaned model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file’s structure dominates its label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22,457 rows, 17 columns; source is undocumented.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After removing the ordered block, smoking OR is 1.00.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Interpretation: integrity audit and descriptive analysis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A smoking checkbox cannot reproduce screening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USPSTF 2021 [1] uses ages 50–80.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It also requires at least 20 pack-years and a quit-time criterion of 15 years.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This file has no dose, duration, or quit-time fields; no eligibility inference is 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objective is to test whether findings survive integrity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RQ1: characterize ordering, duplicates, and conflicting records.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RQ2–RQ3: quantify associations and their sensitivity to cleaning.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RQ4–RQ5: describe representativeness limits and justify candidate features.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Success means reproducible checks, transparent uncertainty, and traceable claims—not model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checksum does not match the project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Observed: 22,457 × 17; 0 null cells.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Expected SHA-256 prefix: 4ad2333067fcb0a9.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Observed prefix: 1e0d557990cd7533.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Recorded-label code 1 share: 82.1%; not population prevalence.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Several meanings needed for interpretation are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Dataset source, sampling frame, collection process, and licence: unknown.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Meaning and generation of the recorded label: unknown.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GENDER code mapping: unknown.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The project README only supplied a title; redistribution needs a licence 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leading rows form an all-negative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First 1,455 rows are coded negative.</a:t>
            </a:r>
          </a:p>
        </p:txBody>
      </p:sp>
      <p:pic>
        <p:nvPicPr>
          <p:cNvPr id="4" name="Picture 3" descr="f1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5074920" cy="2537460"/>
          </a:xfrm>
          <a:prstGeom prst="rect">
            <a:avLst/>
          </a:prstGeom>
        </p:spPr>
      </p:pic>
      <p:pic>
        <p:nvPicPr>
          <p:cNvPr id="5" name="Picture 4" descr="v6_yes_share_by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284" y="2103120"/>
            <a:ext cx="4913871" cy="3108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394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Smoking YES share: 29.3% in the block vs 56.0% in later negatives.  |  The plot shows row order, not a documented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Duplicate patterns and ID order are not harmless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2,573 exact duplicate rows; 133 conflicting feature patterns.</a:t>
            </a:r>
          </a:p>
        </p:txBody>
      </p:sp>
      <p:pic>
        <p:nvPicPr>
          <p:cNvPr id="4" name="Picture 3" descr="v4_duplicate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93" y="2103120"/>
            <a:ext cx="757033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94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Maximum pattern multiplicity: 86.  |  ID-only AUC: 0.67 — an audit statistic, not model performance.  |  The source and record-generation process remain unknown.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Four cleaning views expose policy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A raw: 22,457; B exact-deduplicated: 19,884.</a:t>
            </a:r>
          </a:p>
        </p:txBody>
      </p:sp>
      <p:pic>
        <p:nvPicPr>
          <p:cNvPr id="4" name="Picture 3" descr="fig5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42" y="2103120"/>
            <a:ext cx="7556235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94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C no conflicts: 19,618; D no leading block: 19,781.  |  Recorded-positive share ranges from 82.1% to 87.1%.  |  View D filters B by the original raw row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After deduplication, pairwise feature relations are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Age: 21–87, mean 62.1.</a:t>
            </a:r>
          </a:p>
        </p:txBody>
      </p:sp>
      <p:pic>
        <p:nvPicPr>
          <p:cNvPr id="4" name="Picture 3" descr="fig3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93" y="2103120"/>
            <a:ext cx="3582212" cy="3108960"/>
          </a:xfrm>
          <a:prstGeom prst="rect">
            <a:avLst/>
          </a:prstGeom>
        </p:spPr>
      </p:pic>
      <p:pic>
        <p:nvPicPr>
          <p:cNvPr id="5" name="Picture 4" descr="v7_age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03120"/>
            <a:ext cx="5074920" cy="1560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394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Maximum absolute pairwise correlation: 0.022.  |  First PCA component: 7.0%; flat reference: 6.7%.  |  These are descriptive diagnostics, not proof of independence.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Five pre-specified tests separate effect from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H1 smoking: odds ratio, confidence interval, chi-square, permutation check.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H2 age: Mann–Whitney and CLES; H3 symptom count: Spearman rho.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H4 feature family: Benjamini–Hochberg correction; H5: source-shift audit.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View D H4 minimum raw p = 0.033; minimum q = 0.458.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smoking association moves toward the null after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View A OR 1.49 (1.39–1.59).</a:t>
            </a:r>
          </a:p>
        </p:txBody>
      </p:sp>
      <p:pic>
        <p:nvPicPr>
          <p:cNvPr id="4" name="Picture 3" descr="fig7_smokin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5074920" cy="2793062"/>
          </a:xfrm>
          <a:prstGeom prst="rect">
            <a:avLst/>
          </a:prstGeom>
        </p:spPr>
      </p:pic>
      <p:pic>
        <p:nvPicPr>
          <p:cNvPr id="5" name="Picture 4" descr="fig6_cramers_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389" y="2103120"/>
            <a:ext cx="446166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394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652"/>
                </a:solidFill>
              </a:defRPr>
            </a:pPr>
            <a:r>
              <a:t>View D OR 1.00 (0.92–1.08).  |  View D H4 minimum q = 0.46.  |  The file does not establish a population or causal conclusion.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Feature construction is transparent, not evidence of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F0: 15 raw features; F1: 19 with selected descriptors.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F2: 5 domain-prior candidates.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Age scaling must be fitted inside training folds in any future model.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The smoking-by-age feature is a proxy, not screening eligibility.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The file supports an integrity finding, not a clinical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After removing the leading block, smoking OR is 1.00.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After BH correction in D, the minimum q is 0.46.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Provenance, label meaning, representativeness, and external validity are unresolved.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All conclusions are limited to this supplied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Next steps are planned, not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Verify source, licence, checksum, label definition, and sampling frame.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If authorized, plan grouped/source-aware validation on independent data.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Select metrics and calibration checks with the intended use in mind.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Clean-clone testing and timed presentation rehearsal remain to be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Backup: sensitivity estimates by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A_raw: OR 1.49, 95% CI 1.39–1.59, p 4.45e-30.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B_dedup: OR 1.03, 95% CI 0.95–1.12, p 0.521.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C_dedup_noconflict: OR 1.04, 95% CI 0.96–1.14, p 0.304.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D_dedup_nolead: OR 1.00, 95% CI 0.92–1.08, p 0.911.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Backup: feature-family BH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A_raw: minimum p 2.12e-103, minimum q 0.000, maximum V 0.144.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B_dedup: minimum p 0.029, minimum q 0.365, maximum V 0.016.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C_dedup_noconflict: minimum p 0.006, minimum q 0.079, maximum V 0.020.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D_dedup_nolead: minimum p 0.033, minimum q 0.458, maximum V 0.015.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Backup: detectable risk-difference approximation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View D group sizes: 11,080 smoking-code YES and 8,701 NO.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Alpha 0.05; target power 0.8.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Approximate minimum detectable risk difference: 0.0135.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Planning calculation only; its assumptions are not established by the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900" b="1">
                <a:solidFill>
                  <a:srgbClr val="18334A"/>
                </a:solidFill>
                <a:latin typeface="Aptos Display"/>
              </a:defRPr>
            </a:pPr>
            <a:r>
              <a:t>Backup: optional leakage model was not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The guide proposes a raw-versus-deduplicated cross-validation experiment.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The project scope excludes model fitting; no AUC from that experiment is reported.</a:t>
            </a:r>
          </a:p>
          <a:p>
            <a:pPr>
              <a:spcAft>
                <a:spcPts val="1800"/>
              </a:spcAft>
              <a:defRPr sz="2100">
                <a:solidFill>
                  <a:srgbClr val="2D3D4A"/>
                </a:solidFill>
                <a:latin typeface="Aptos"/>
              </a:defRPr>
            </a:pPr>
            <a:r>
              <a:t>Current leakage evidence comes from row order, duplicates, and ID-only AUC.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C"/>
                </a:solidFill>
                <a:latin typeface="Aptos"/>
              </a:defRPr>
            </a:pPr>
            <a:r>
              <a:t>Research prototype - not a diagnostic tool                                     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